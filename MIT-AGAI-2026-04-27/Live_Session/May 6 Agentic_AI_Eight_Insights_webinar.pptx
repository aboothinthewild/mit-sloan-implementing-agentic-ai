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54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1945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333D47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2862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8DD89-D6A8-3580-A3A6-D2661AE6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3CB53DAA-7547-D7D7-C5CC-77F2B7D39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70"/>
            <a:ext cx="12224238" cy="685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56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SLOAN  |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Insights for Business Leaders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09728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questions leaders should be asking themselves and their organisations about the architecture, evaluation, governance, and strategic horizon of agentic systems.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McDonagh-Smith  ·  MIT Sloan Executive Education</a:t>
            </a: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DD24D6-F5EC-6302-3772-68F21B5E134C}"/>
              </a:ext>
            </a:extLst>
          </p:cNvPr>
          <p:cNvSpPr txBox="1"/>
          <p:nvPr/>
        </p:nvSpPr>
        <p:spPr>
          <a:xfrm>
            <a:off x="2503450" y="822960"/>
            <a:ext cx="87815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GB" sz="1400" i="0" dirty="0">
                <a:solidFill>
                  <a:srgbClr val="FFFFFF"/>
                </a:solidFill>
                <a:effectLst/>
                <a:cs typeface="Futura LT Pro" panose="020B0602020204020303" pitchFamily="34" charset="-79"/>
              </a:rPr>
              <a:t>Implementing Agentic AI: Building Your Organizational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1945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Beware the Seduction of the Demo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5943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881360" cy="155448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73152" cy="15544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we mistaking a working demo for a working deployment?"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would it take to honestly stress-test the gap between the two?"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SHOULD PROCEED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scaling: not enlarging a pilot: transitioning to an operational context no one has fully tested.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corner cases before deployment: where do edge conditions, hallucinations, and error propagation live?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deliberate demo-to-production checklist; assume the distance is greater than the prototype suggests.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resource allocation decisions made on the basis of an impressive prototype alone.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6446520"/>
            <a:ext cx="365760" cy="18288"/>
          </a:xfrm>
          <a:prstGeom prst="rect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b="1" dirty="0"/>
              <a:t>Implementing Agentic AI: Building Your Organizational Playbook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1945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Workflow: Not the Task: is the Unit of Value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5943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881360" cy="155448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73152" cy="15544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in our organisation is the value lost in the connective tissue between tasks rather than in the tasks themselves?"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we automating individual steps when we should be redesigning the choreography?"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SHOULD PROCEED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the question from 'how do we add AI to our existing process?' to 'if we were designing this process today, what would it look like?'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high-value workflow currently held together by manual handoffs, sequencing, and judgment calls.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workflow redesign as a leadership decision, not a technology one — automation removes humans; redesign reimagines the choreography.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value at the workflow level (end-to-end coherence), not at the task level (a single step made faster).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6446520"/>
            <a:ext cx="365760" cy="18288"/>
          </a:xfrm>
          <a:prstGeom prst="rect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6454144D-9DCA-7FC7-97BC-61DE5127081F}"/>
              </a:ext>
            </a:extLst>
          </p:cNvPr>
          <p:cNvSpPr/>
          <p:nvPr/>
        </p:nvSpPr>
        <p:spPr>
          <a:xfrm>
            <a:off x="822960" y="651967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b="1" dirty="0"/>
              <a:t>Implementing Agentic AI: Building Your Organizational Playbook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1945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a Dial, Not a Switch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5943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881360" cy="155448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73152" cy="15544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on the autonomy spectrum should each of our deployments sit, and why?"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we calibrating by stakes and reversibility, or by enthusiasm and convenience?"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SHOULD PROCEED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enterprise needs a portfolio of positions on the dial: different agents, different settings.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by context: customer-facing agents toward the constrained end; internal research agents further toward the autonomous end.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explicit thresholds tied to value, jurisdiction, and reversibility — not blanket policies.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autonomy creep as the silent risk: each expansion should be a deliberate decision, not a drift.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6446520"/>
            <a:ext cx="365760" cy="18288"/>
          </a:xfrm>
          <a:prstGeom prst="rect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EC5269A-F8B0-7DFE-CC9F-81AA1EEB957B}"/>
              </a:ext>
            </a:extLst>
          </p:cNvPr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b="1" dirty="0"/>
              <a:t>Implementing Agentic AI: Building Your Organizational Playbook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1945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Against the Current Process, Not Against Perfection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5943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881360" cy="118872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73152" cy="118872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our honest baseline — and are we judging the agent against it, or against an imagined ideal?"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SHOULD PROCEED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20624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current process candidly: error rates, cycle time, audit-trail gaps, inconsistencies.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the evaluation question: 'does this agent, with these safeguards, produce better outcomes than the process it replaces?'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traceability and consistency, not just accuracy:  </a:t>
            </a:r>
            <a:r>
              <a:rPr lang="en-US" sz="14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85% agent with full audit logs may beat an 82% human process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measurement into deployment from day one (continuous evaluation, not a pre-launch gate).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6446520"/>
            <a:ext cx="365760" cy="18288"/>
          </a:xfrm>
          <a:prstGeom prst="rect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0CF965A-9755-13B5-CD2E-1D16959CB37D}"/>
              </a:ext>
            </a:extLst>
          </p:cNvPr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b="1" dirty="0"/>
              <a:t>Implementing Agentic AI: Building Your Organizational Playbook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1945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Safety into the System Around the Model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5943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881360" cy="155448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73152" cy="15544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does our safety logic live: inside the model's reasoning, or in the surrounding architecture?"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survives a determined prompt injection?"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SHOULD PROCEED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critical constraints out of prompts and into application logic: the model cannot talk its way past hard-coded rules.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the defences: hard-coded constraints, output verification, reversibility by design, escalation architecture.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irreversibility principle: never make an irreversible decision faster than your ability to detect it was wrong.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escalation paths that route by confidence and authority, verified by code rather than by language.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6446520"/>
            <a:ext cx="365760" cy="18288"/>
          </a:xfrm>
          <a:prstGeom prst="rect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B560076-1C6D-1CBD-7F34-E86EC25EC5F5}"/>
              </a:ext>
            </a:extLst>
          </p:cNvPr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b="1" dirty="0"/>
              <a:t>Implementing Agentic AI: Building Your Organizational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1945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 Organisational, Not Technical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5943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881360" cy="155448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73152" cy="15544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we treating this as a technology programme when the harder work is identity, incentives, and culture?"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our honest position on the AI-first to AI-native gradient?"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SHOULD PROCEED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that scaling agentic AI touches identity: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most capable people may become your most significant source of resistance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a dual strategy: top-down sponsorship for direction; bottom-up experimentation for conviction.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AI-first (it appears in strategy documents) from AI-native (people think and act with AI as default).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change management, role design, and 'agent manager' capabilities — not just tools and licences.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6446520"/>
            <a:ext cx="365760" cy="18288"/>
          </a:xfrm>
          <a:prstGeom prst="rect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7B3EE2A-E9DE-5FBD-CF14-31320D3ADB3A}"/>
              </a:ext>
            </a:extLst>
          </p:cNvPr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b="1" dirty="0"/>
              <a:t>Implementing Agentic AI: Building Your Organizational Playbook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1945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Cycles are Discipline, Not Recklessness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5943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881360" cy="155448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73152" cy="15544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our six-month evaluation cycle itself a source of risk?"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our tempo matched to the rate at which the underlying technology is changing?"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SHOULD PROCEED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lengthy evaluation periods as a form of risk:  by the time you finish,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you evaluated is no longer the thing in front of you</a:t>
            </a: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three-week MVP discipline: fishfood with five people, then learn before scaling.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scope tight rather than slowing down — you can move fast when your blast radius is small.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cultural agility around tech stacks; don't marry a vendor in a market where features converge in months.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6446520"/>
            <a:ext cx="365760" cy="18288"/>
          </a:xfrm>
          <a:prstGeom prst="rect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7EF11FC-87B6-A760-D4E3-723850718B1F}"/>
              </a:ext>
            </a:extLst>
          </p:cNvPr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b="1" dirty="0"/>
              <a:t>Implementing Agentic AI: Building Your Organizational Playbook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21945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9456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is Becoming the New Source Code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59436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286000"/>
            <a:ext cx="10881360" cy="1554480"/>
          </a:xfrm>
          <a:prstGeom prst="rect">
            <a:avLst/>
          </a:prstGeom>
          <a:solidFill>
            <a:srgbClr val="F4EFE6"/>
          </a:solidFill>
          <a:ln w="12700">
            <a:solidFill>
              <a:srgbClr val="F4E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73152" cy="1554480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in our organisation is methodology rather than software — and could it be encoded as an agentic workflow?"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we investing in assets that appreciate or depreciate in an AI-native world?"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SHOULD PROCEED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your methodologies: playbooks, frameworks, decision rules, as candidate intellectual assets to encode.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strategic shift: companies whose core asset is a methodology are quietly becoming software companies.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appreciating assets: structured knowledge, clean data, documented processes, system ontologies.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the depreciating ones: rigid custom code, tightly coupled vendor dependencies, manual processes that resist redesign.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6446520"/>
            <a:ext cx="365760" cy="18288"/>
          </a:xfrm>
          <a:prstGeom prst="rect">
            <a:avLst/>
          </a:prstGeom>
          <a:solidFill>
            <a:srgbClr val="D9D2C5"/>
          </a:solidFill>
          <a:ln w="12700">
            <a:solidFill>
              <a:srgbClr val="D9D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2FF427F-A139-C675-2F93-717588A073C9}"/>
              </a:ext>
            </a:extLst>
          </p:cNvPr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b="1" dirty="0"/>
              <a:t>Implementing Agentic AI: Building Your Organizational Playbook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THROUGH-LINE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to anchor the session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92024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difference between a language model that generates text and an agent that acts in the world is not a matter of scale, but of scaffolding."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97280" y="3794760"/>
            <a:ext cx="914400" cy="36576"/>
          </a:xfrm>
          <a:prstGeom prst="rect">
            <a:avLst/>
          </a:prstGeom>
          <a:solidFill>
            <a:srgbClr val="A31F34"/>
          </a:solidFill>
          <a:ln w="12700">
            <a:solidFill>
              <a:srgbClr val="A31F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1–3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agentic AI actually is.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4–5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evaluate and govern it.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5257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6–7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changing the organisation requires.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5257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31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2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strategic horizon is heading.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McDonagh-Smith  ·  MIT Sloan Executive Education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8DD89-D6A8-3580-A3A6-D2661AE6C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3CB53DAA-7547-D7D7-C5CC-77F2B7D39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370"/>
            <a:ext cx="12224238" cy="685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2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1195</Words>
  <Application>Microsoft Macintosh PowerPoint</Application>
  <PresentationFormat>Widescreen</PresentationFormat>
  <Paragraphs>123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Futura LT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Frontiers of GenAI — Agentic AI: 8 Insights for Business Leaders</dc:title>
  <dc:subject>PptxGenJS Presentation</dc:subject>
  <dc:creator>Paul McDonagh-Smith</dc:creator>
  <cp:lastModifiedBy>Paul McDonagh-Smith</cp:lastModifiedBy>
  <cp:revision>2</cp:revision>
  <dcterms:created xsi:type="dcterms:W3CDTF">2026-05-06T10:29:42Z</dcterms:created>
  <dcterms:modified xsi:type="dcterms:W3CDTF">2026-05-06T10:38:33Z</dcterms:modified>
</cp:coreProperties>
</file>